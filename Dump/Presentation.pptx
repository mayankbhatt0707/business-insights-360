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6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86"/>
      </p:cViewPr>
      <p:guideLst>
        <p:guide orient="horz" pos="2160"/>
        <p:guide pos="26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505D6-9E76-C07F-03AC-312C08353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4DC7A1-E3ED-73C8-6917-18C3D2BD30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406DB-E7AF-E268-281A-F8273F316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D600-5C4C-42BD-B673-E0E1C710A893}" type="datetimeFigureOut">
              <a:rPr lang="en-IN" smtClean="0"/>
              <a:t>29-05-2023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23CEB-A7FB-A402-DDA3-110342749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76293-A167-5FF6-19D1-9E4C34AB9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E65D7-E2A9-4055-805E-98A8A32C21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304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7D9E0-E453-A792-D306-AFB8D2DD0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58A24-064F-16BC-E90B-F0D6EFE70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C592B-FE17-1334-4725-370D88D9A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D600-5C4C-42BD-B673-E0E1C710A893}" type="datetimeFigureOut">
              <a:rPr lang="en-IN" smtClean="0"/>
              <a:t>29-05-2023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A642B-A734-C541-7925-678D09503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DA525-7AA3-FBE3-DCF8-47C1558FD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E65D7-E2A9-4055-805E-98A8A32C21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76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82140-D984-1CE9-9FF4-38EEEB785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74BEA-47B7-02C9-B2DF-41CA907D9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243F3-09BA-3CAD-F9E9-08C02F707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D600-5C4C-42BD-B673-E0E1C710A893}" type="datetimeFigureOut">
              <a:rPr lang="en-IN" smtClean="0"/>
              <a:t>29-05-2023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DFC45-CBD6-1A1F-C8CB-A6D2188E9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A8F80-A6FB-D678-26C8-3CF36444E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E65D7-E2A9-4055-805E-98A8A32C21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970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D1A84-FE55-E784-6701-F12A7205F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6CAAD-4C77-031A-0E2C-0D3A39390C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5E433-6523-7DC7-F153-E3860F425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18F1D-3A7E-29DF-FECD-4C0A3C1C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D600-5C4C-42BD-B673-E0E1C710A893}" type="datetimeFigureOut">
              <a:rPr lang="en-IN" smtClean="0"/>
              <a:t>29-05-2023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2E112-EF69-1999-31BD-7B9E2C689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9D20F-B1FC-771C-72E1-6BE83FA77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E65D7-E2A9-4055-805E-98A8A32C21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308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C5C0D-244D-A4FD-95E9-E49675A4C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3B00C-F89B-613F-9FDC-29C8F82D3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F40EEB-E03F-9BA3-02EE-7BB656957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6E5915-E67D-9CEC-2D0E-15527E1DFC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94AF91-8375-1D66-6D70-F15897B83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2205C2-D179-67BB-A190-9EEC7E104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D600-5C4C-42BD-B673-E0E1C710A893}" type="datetimeFigureOut">
              <a:rPr lang="en-IN" smtClean="0"/>
              <a:t>29-05-2023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C89ED2-1921-071F-F69E-B4592606D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277A03-FB02-39BE-79F2-E7379A465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E65D7-E2A9-4055-805E-98A8A32C21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381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AF4B0-D639-027C-F117-013563A1F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F2FB8C-B7E0-4402-FEE0-8C5E20FA5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D600-5C4C-42BD-B673-E0E1C710A893}" type="datetimeFigureOut">
              <a:rPr lang="en-IN" smtClean="0"/>
              <a:t>29-05-2023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2F580-C0D0-1AE8-E5D6-E810BBD7C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BC8C3B-A5E3-419B-3878-55B8AA260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E65D7-E2A9-4055-805E-98A8A32C21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849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8BA39B-7FA8-EA17-EB5B-2ECA44FBE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D600-5C4C-42BD-B673-E0E1C710A893}" type="datetimeFigureOut">
              <a:rPr lang="en-IN" smtClean="0"/>
              <a:t>29-05-2023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2EE23F-4FEE-39C9-0F71-929BA68A3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9F04C-75E1-C80D-5BC6-A37314F2B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E65D7-E2A9-4055-805E-98A8A32C21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130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E4EBA-78DC-A641-84E2-7F6D7D7ED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F123E-1B95-0244-3170-9384DD628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A4D52-6459-53DF-D7BB-872F3EEEB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943314-C236-9D81-D4F9-8956D7D49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D600-5C4C-42BD-B673-E0E1C710A893}" type="datetimeFigureOut">
              <a:rPr lang="en-IN" smtClean="0"/>
              <a:t>29-05-2023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463FB7-00CA-28B7-236A-1061593E9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A1FBB-55DC-10E5-14E8-9C09AC0E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E65D7-E2A9-4055-805E-98A8A32C21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979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160D5-2BEF-D17E-3225-EDF6E8934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BF3811-42C7-0B24-BC76-9CFBC4429E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9FF27-9054-8B98-D052-E6C8F94B9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C68EFC-C620-9F15-1DE4-D1F5889FF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D600-5C4C-42BD-B673-E0E1C710A893}" type="datetimeFigureOut">
              <a:rPr lang="en-IN" smtClean="0"/>
              <a:t>29-05-2023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600992-97B4-7709-571C-B4A9DF722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F3A8A-5865-3C64-D51E-1A1C712AD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E65D7-E2A9-4055-805E-98A8A32C21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28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84568-C168-791A-70A4-6381F3562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1103E-F386-67CA-98D6-CFA5AC8B7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D4EB3-6F04-A0D9-EF77-B24C25057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D600-5C4C-42BD-B673-E0E1C710A893}" type="datetimeFigureOut">
              <a:rPr lang="en-IN" smtClean="0"/>
              <a:t>29-05-2023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CE265-4BB5-21E4-F662-41E7BB484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48B9C-BE74-D202-96B3-CC9D186A0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E65D7-E2A9-4055-805E-98A8A32C21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34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0770C0-213C-3802-769C-CBC3D6F7DA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E4A4EB-AF2E-7964-DE74-4D64AFC6C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CAE1C-F305-B9B4-4AF0-60A722E1E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D600-5C4C-42BD-B673-E0E1C710A893}" type="datetimeFigureOut">
              <a:rPr lang="en-IN" smtClean="0"/>
              <a:t>29-05-2023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3DEB9-E821-0DF5-09D1-EEC0E5500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EC62B-4ACB-12AA-2198-5AC5468D5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E65D7-E2A9-4055-805E-98A8A32C21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561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9F9F5B-053A-690E-9762-9F95B9DA6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16E8F-F25D-9806-FB56-AAADD1F64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52601-B0BE-DF2D-7390-6FCC61FB0D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0D600-5C4C-42BD-B673-E0E1C710A893}" type="datetimeFigureOut">
              <a:rPr lang="en-IN" smtClean="0"/>
              <a:t>29-05-2023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4D500-6DD1-6F06-C5D6-AA92975B3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B4770-9005-A3DA-B8D9-8FFCF9C9BA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E65D7-E2A9-4055-805E-98A8A32C21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616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B5C5619-8D47-80F6-28CE-5C9A1786897B}"/>
              </a:ext>
            </a:extLst>
          </p:cNvPr>
          <p:cNvSpPr txBox="1"/>
          <p:nvPr/>
        </p:nvSpPr>
        <p:spPr>
          <a:xfrm>
            <a:off x="933061" y="2161512"/>
            <a:ext cx="1007706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AtliQ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hardware is a hardware manufacturing company headquartered in India.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AtliQ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serves customers both within India and internationally.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Business operations include both online and offline sales channels.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Offline sales are conducted through various channels: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Retailers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Distributors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AtliQ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exclusive direct sellers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AtliQ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operates an online website called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AtliQ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e-store.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04172A-DEE8-1CF1-933F-6E718C5357F8}"/>
              </a:ext>
            </a:extLst>
          </p:cNvPr>
          <p:cNvSpPr txBox="1"/>
          <p:nvPr/>
        </p:nvSpPr>
        <p:spPr>
          <a:xfrm>
            <a:off x="0" y="401217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Business Insights 360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D44973-449C-3227-B80D-F0295BC4DF53}"/>
              </a:ext>
            </a:extLst>
          </p:cNvPr>
          <p:cNvSpPr txBox="1"/>
          <p:nvPr/>
        </p:nvSpPr>
        <p:spPr>
          <a:xfrm>
            <a:off x="933061" y="1595535"/>
            <a:ext cx="5673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About </a:t>
            </a:r>
            <a:r>
              <a:rPr lang="en-IN" sz="2400" b="1" u="sng" dirty="0" err="1"/>
              <a:t>AtliQ</a:t>
            </a:r>
            <a:r>
              <a:rPr lang="en-IN" sz="2400" b="1" u="sng" dirty="0"/>
              <a:t> Hardware</a:t>
            </a:r>
          </a:p>
        </p:txBody>
      </p:sp>
    </p:spTree>
    <p:extLst>
      <p:ext uri="{BB962C8B-B14F-4D97-AF65-F5344CB8AC3E}">
        <p14:creationId xmlns:p14="http://schemas.microsoft.com/office/powerpoint/2010/main" val="360124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B5C5619-8D47-80F6-28CE-5C9A1786897B}"/>
              </a:ext>
            </a:extLst>
          </p:cNvPr>
          <p:cNvSpPr txBox="1"/>
          <p:nvPr/>
        </p:nvSpPr>
        <p:spPr>
          <a:xfrm>
            <a:off x="844571" y="1177663"/>
            <a:ext cx="1007706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Even though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AtliQ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hardware has experienced an exponential growth since its establishment in approximately 2017.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In recent years,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AtliQ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hardware has experienced an unexpected downturn in its growth trajectory.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AtliQ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also faces competition from established market players like Dale and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Innovo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Competitors such as Dale and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Innovo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have well-established business setups in the field and have been</a:t>
            </a:r>
          </a:p>
          <a:p>
            <a:pPr algn="l"/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operating for a significant period.</a:t>
            </a:r>
          </a:p>
          <a:p>
            <a:pPr algn="l"/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These competitors already possess dedicated data analytics teams to handle various aspects of their operations, including supply chain management, marketing, sales, and finance.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28C357-0DD7-9F01-A919-22EFA5990E7A}"/>
              </a:ext>
            </a:extLst>
          </p:cNvPr>
          <p:cNvSpPr txBox="1"/>
          <p:nvPr/>
        </p:nvSpPr>
        <p:spPr>
          <a:xfrm>
            <a:off x="0" y="401217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4093789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B5C5619-8D47-80F6-28CE-5C9A1786897B}"/>
              </a:ext>
            </a:extLst>
          </p:cNvPr>
          <p:cNvSpPr txBox="1"/>
          <p:nvPr/>
        </p:nvSpPr>
        <p:spPr>
          <a:xfrm>
            <a:off x="933061" y="1197327"/>
            <a:ext cx="1007706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Business owners at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AtliQ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hardware have relied on intuition for decision-making, which may have been useful in the past but is insufficient going forward.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Data-driven decision-making can provide insights on areas that require increased focus and attention.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Data analysis can help identify profitable customers and products, as well as those struggling to make an impact in the market.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Data-driven decisions can be made regarding excess or out-of-stock inventory, reducing associated costs.</a:t>
            </a:r>
          </a:p>
          <a:p>
            <a:pPr algn="l"/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AtliQ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can offer promotional discounts and offers to customers who have consistently brought good business to the company.</a:t>
            </a:r>
          </a:p>
          <a:p>
            <a:pPr algn="l"/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D44973-449C-3227-B80D-F0295BC4DF53}"/>
              </a:ext>
            </a:extLst>
          </p:cNvPr>
          <p:cNvSpPr txBox="1"/>
          <p:nvPr/>
        </p:nvSpPr>
        <p:spPr>
          <a:xfrm>
            <a:off x="933061" y="661471"/>
            <a:ext cx="5673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1747711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B5C5619-8D47-80F6-28CE-5C9A1786897B}"/>
              </a:ext>
            </a:extLst>
          </p:cNvPr>
          <p:cNvSpPr txBox="1"/>
          <p:nvPr/>
        </p:nvSpPr>
        <p:spPr>
          <a:xfrm>
            <a:off x="887712" y="840535"/>
            <a:ext cx="1007706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As a Data Analyst for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AtliQ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hardware, I have developed a comprehensive dashboard specifically designed to meet the needs of stakeholders and team owners.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The dashboard focuses on key areas that stakeholders and team owners require for a better understanding of their respective teams' performance.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The dashboard consists of five distinct views, each tailored to provide insights and facilitate discussions on team performance.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Each team owner can access their dedicated view, enabling them to identify areas where their team excels and areas with opportunities for improvement.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The dashboard aims to foster data-driven discussions and promote strategic decision-making within each team.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The views in the dashboard allow team owners to analyze various metrics and indicators specific to their teams, such as sales performance, customer satisfaction, or productivity.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By utilizing the dashboard, team owners can have a clear understanding of their team's strengths and weaknesses, enabling them to allocate resources effectively and drive improvement.</a:t>
            </a:r>
          </a:p>
          <a:p>
            <a:pPr algn="l"/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D44973-449C-3227-B80D-F0295BC4DF53}"/>
              </a:ext>
            </a:extLst>
          </p:cNvPr>
          <p:cNvSpPr txBox="1"/>
          <p:nvPr/>
        </p:nvSpPr>
        <p:spPr>
          <a:xfrm>
            <a:off x="887712" y="297678"/>
            <a:ext cx="8108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dirty="0">
                <a:effectLst/>
              </a:rPr>
              <a:t>Objectives Of The Dashboard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816349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A0B093-CBE6-FC9C-8438-7A37C090384D}"/>
              </a:ext>
            </a:extLst>
          </p:cNvPr>
          <p:cNvSpPr txBox="1"/>
          <p:nvPr/>
        </p:nvSpPr>
        <p:spPr>
          <a:xfrm>
            <a:off x="452284" y="570271"/>
            <a:ext cx="11474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To optimize our time, I will provide an overview of the dashboard and guide you through the executive view, offering key insights and metrics for effective decision-making.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5578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461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Söhne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Mayank Bhatt</dc:creator>
  <cp:lastModifiedBy>Mayank Bhatt</cp:lastModifiedBy>
  <cp:revision>2</cp:revision>
  <dcterms:created xsi:type="dcterms:W3CDTF">2023-05-28T22:52:30Z</dcterms:created>
  <dcterms:modified xsi:type="dcterms:W3CDTF">2023-05-29T00:05:33Z</dcterms:modified>
</cp:coreProperties>
</file>